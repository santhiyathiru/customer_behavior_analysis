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demographics, product preferences, and subscription behavior.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03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7772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222674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57772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660553" y="2222674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79849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96119" y="344343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74994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79849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4660553" y="344343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1362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 span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demographics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purchase details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shopping behavior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994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1512912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6816" y="1508522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56816" y="1815033"/>
            <a:ext cx="42620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250" y="2334518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330128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56816" y="263663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 imputation for Review Rating; snake_case renaming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250" y="3151361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146971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56816" y="3453482"/>
            <a:ext cx="4262065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bins;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dropped redundant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250" y="420454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6816" y="4200153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Integrate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56816" y="450666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DataFrame into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&amp; Spending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Male customers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generated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2.1×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more revenue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839 high-spending discount users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spent above average despite discounts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avg: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$60.48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 Standard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$58.46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68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Products, Ratings &amp; Discounts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41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by Avg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258690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669902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081114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492326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903538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2714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89386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14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89386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714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89386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9386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14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89386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2714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89386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9701" y="14641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Discounted Products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749701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9701" y="2258690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49701" y="2669902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49701" y="3081114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49701" y="3492326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49701" y="3903538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96296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Item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2968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Discount Rate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6296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42968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50.00%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6296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42968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6296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42968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6296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42968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48.17%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6296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42968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4016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695748"/>
            <a:ext cx="2290465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842269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148780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695748"/>
            <a:ext cx="2290539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842269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148780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663875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2810396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11690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25119" y="36497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customers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&gt;5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958 subscribed vs 2,518 non-subscribers.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Category &amp;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13259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2955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676474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85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Behavior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3615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0590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 vs Non-Subscriber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9701" y="1786830"/>
            <a:ext cx="3902943" cy="1649611"/>
          </a:xfrm>
          <a:prstGeom prst="roundRect">
            <a:avLst>
              <a:gd name="adj" fmla="val 36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49701" y="2200424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49701" y="2611636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749701" y="3022848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896743" y="1881411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Metric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94227" y="1881411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1710" y="1881411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6743" y="2292623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94227" y="2292623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1710" y="2292623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6743" y="2703835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Spend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94227" y="2703835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$59.49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1710" y="2703835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$59.87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6743" y="3115047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94227" y="3115047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$62,645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91710" y="3115047"/>
            <a:ext cx="14711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$170,436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49701" y="3595911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7EDD4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810967"/>
            <a:ext cx="177180" cy="14175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10398" y="375887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73%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revenue — growth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1158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667173"/>
            <a:ext cx="2290465" cy="854943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85927" y="1827981"/>
            <a:ext cx="19688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85927" y="2134493"/>
            <a:ext cx="19688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tracked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667173"/>
            <a:ext cx="2290539" cy="854943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8151" y="1827981"/>
            <a:ext cx="1968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8151" y="2134493"/>
            <a:ext cx="1968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purchase amount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663875"/>
            <a:ext cx="4722763" cy="854943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5927" y="2824683"/>
            <a:ext cx="4401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85927" y="3131195"/>
            <a:ext cx="4401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review rating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25119" y="367828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filters: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Subscription · Gender · Category · Shipping Type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revenue and sales breakdowns by category and age group.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04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629073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629073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193558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45916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445916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2752427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→ Loyal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262759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262759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356927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79602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56658" y="4079602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456658" y="438611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2026-07-15T16:46:26Z</dcterms:created>
  <dcterms:modified xsi:type="dcterms:W3CDTF">2026-07-15T16:46:26Z</dcterms:modified>
</cp:coreProperties>
</file>